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1" r:id="rId7"/>
    <p:sldId id="263" r:id="rId8"/>
    <p:sldId id="264" r:id="rId9"/>
    <p:sldId id="277" r:id="rId10"/>
    <p:sldId id="268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2"/>
  </p:normalViewPr>
  <p:slideViewPr>
    <p:cSldViewPr>
      <p:cViewPr varScale="1">
        <p:scale>
          <a:sx n="78" d="100"/>
          <a:sy n="78" d="100"/>
        </p:scale>
        <p:origin x="77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643510"/>
            <a:ext cx="8813053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vs Cloud Computing: Choosing the Right Computing Paradigm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603" y="2819400"/>
            <a:ext cx="9372600" cy="2764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200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SHAKTHIVEL R (192524325)</a:t>
            </a:r>
          </a:p>
          <a:p>
            <a:pPr marL="12700" marR="5080" algn="ctr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CSA1511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:CLOUD COMPUTING AND BIG DATA ANALYTICS FOR ENGINEERS </a:t>
            </a:r>
          </a:p>
          <a:p>
            <a:pPr marL="12700" marR="5080" algn="ctr">
              <a:lnSpc>
                <a:spcPct val="100000"/>
              </a:lnSpc>
            </a:pPr>
            <a:r>
              <a:rPr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sz="2200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pPr marL="12700" marR="5080" algn="ctr">
              <a:lnSpc>
                <a:spcPct val="10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Technical Presentation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8200" y="1559713"/>
            <a:ext cx="432015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665" y="2406445"/>
            <a:ext cx="12115800" cy="380488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delivers computing services such as storage, servers, databases, networking, and software over the Internet.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Edge Computing?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processes data near the source where it is generated instead of sending everything to the cloud.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Compare Them?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processing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latency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optimization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different application needs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424441"/>
            <a:ext cx="9982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 algn="ctr"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Explanation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6F852-D416-E644-24E7-4702925DE9CF}"/>
              </a:ext>
            </a:extLst>
          </p:cNvPr>
          <p:cNvSpPr txBox="1"/>
          <p:nvPr/>
        </p:nvSpPr>
        <p:spPr>
          <a:xfrm>
            <a:off x="766916" y="2203112"/>
            <a:ext cx="1088324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computing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processed in remote 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storage capacity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from anywhere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large-scale applications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computing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processed near devices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network traffic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IoT and smart devices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2400" y="465365"/>
            <a:ext cx="11658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1" y="1602159"/>
            <a:ext cx="8989142" cy="11522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 and Edge Computing Architecture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2723" y="2764775"/>
            <a:ext cx="510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+ Computing</a:t>
            </a: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506200" cy="906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61C311-F3BE-52E9-7A45-D27230F540E0}"/>
              </a:ext>
            </a:extLst>
          </p:cNvPr>
          <p:cNvSpPr txBox="1"/>
          <p:nvPr/>
        </p:nvSpPr>
        <p:spPr>
          <a:xfrm>
            <a:off x="8001000" y="2701296"/>
            <a:ext cx="205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Device/Gateway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Processing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1FCB8-5CA7-6998-9BB4-07955159131C}"/>
              </a:ext>
            </a:extLst>
          </p:cNvPr>
          <p:cNvSpPr txBox="1"/>
          <p:nvPr/>
        </p:nvSpPr>
        <p:spPr>
          <a:xfrm>
            <a:off x="838200" y="2209800"/>
            <a:ext cx="10515600" cy="449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Benefits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Resources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Easily increase or decrease computing power and storage.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Pay only for the resources you use.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Access data and applications from anywhere.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Backup &amp; Recovery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with automatic backups.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Services remain available with minimal downtime.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Benefits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data close to the source for faster response.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Ideal for IoT, autonomous vehicles, and industrial automation.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Bandwidth Usage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only necessary data to the cloud.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Privacy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Sensitive data can remain on local devices.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Operation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Continues working even with limited internet connectivity.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306B0-0FB6-27DF-BCCC-E6EAFCE60A68}"/>
              </a:ext>
            </a:extLst>
          </p:cNvPr>
          <p:cNvSpPr txBox="1"/>
          <p:nvPr/>
        </p:nvSpPr>
        <p:spPr>
          <a:xfrm>
            <a:off x="1066800" y="1513701"/>
            <a:ext cx="93594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Edge Computing and Cloud Computing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09728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2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483513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7A66C-8BE3-20EB-4A2E-360195665EEE}"/>
              </a:ext>
            </a:extLst>
          </p:cNvPr>
          <p:cNvSpPr txBox="1"/>
          <p:nvPr/>
        </p:nvSpPr>
        <p:spPr>
          <a:xfrm>
            <a:off x="952500" y="2508430"/>
            <a:ext cx="9906000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and accesses files online (Google Drive, OneDrive).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Delivers movies and videos through cloud platforms (Netflix, YouTube).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email, collaboration, and enterprise software (Microsoft 365, Gmail).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sensor data instantly for safe driving.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Healthcare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real-time patient monitoring using wearable devices.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machines and monitors equipment in smart factories. 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600" y="465365"/>
            <a:ext cx="105918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1524000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2590800"/>
            <a:ext cx="9182101" cy="353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and shares files online.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Streams movies and TV shows using cloud servers.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Hosts websites and business applications.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Processes sensor data instantly for safe navigation.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Traffic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traffic signals in real time.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Health Devices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patient health and sends instant alert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4300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1353721"/>
            <a:ext cx="797721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105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Key Takeaways</a:t>
            </a:r>
            <a:endParaRPr sz="4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143" y="1534540"/>
            <a:ext cx="10729749" cy="89639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317" y="2164266"/>
            <a:ext cx="11201400" cy="3884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offers scalable and centralized computing resources for large-scale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provides faster, low-latency processing by handling data closer to the source.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Edge and Cloud Computing delivers better performance, efficiency, and reliability for modern applications.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best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large data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is ideal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low-latency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choice depends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requirements and workload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industries use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edge-cloud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performance.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and Cloud Computing together enable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smarter, and more efficient digital services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381000"/>
            <a:ext cx="11388256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590800"/>
            <a:ext cx="9448800" cy="3385542"/>
          </a:xfrm>
        </p:spPr>
        <p:txBody>
          <a:bodyPr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latency due to remote data processing.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storage and computing resources.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Security, privacy, and management challenges require careful planning. 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Future Scope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Edge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real-time decision-making.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Integration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ultra-low latency and high-speed communication.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Edge–Cloud Solutions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performance, scalability, and reliability.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612E967D-8CE4-4A04-B9B4-6E9C4D65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1600200"/>
            <a:ext cx="7155941" cy="6155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33400" y="465365"/>
            <a:ext cx="11125200" cy="90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4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976" y="2667000"/>
            <a:ext cx="6235224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8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r>
              <a:rPr lang="en-US"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!!</a:t>
            </a:r>
            <a:endParaRPr sz="8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3DE70C5-CE14-BE97-84AD-341EBE21BA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8ED391EF-C997-121C-60E1-8D9C01EDEB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</TotalTime>
  <Words>667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Edge Computing vs Cloud Computing: Choosing the Right Computing Paradigm</vt:lpstr>
      <vt:lpstr>Introduction</vt:lpstr>
      <vt:lpstr>Core Technical Explanation</vt:lpstr>
      <vt:lpstr>Cloud computing  and Edge Computing Architecture </vt:lpstr>
      <vt:lpstr>PowerPoint Presentation</vt:lpstr>
      <vt:lpstr>Real-World Applications</vt:lpstr>
      <vt:lpstr>Example Use Case</vt:lpstr>
      <vt:lpstr>Conclusion and Key Takeaways</vt:lpstr>
      <vt:lpstr>Limitations and Future Scope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Harsha vardhan showdichetty</cp:lastModifiedBy>
  <cp:revision>18</cp:revision>
  <dcterms:created xsi:type="dcterms:W3CDTF">2025-02-28T15:07:37Z</dcterms:created>
  <dcterms:modified xsi:type="dcterms:W3CDTF">2026-07-22T03:09:42Z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